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cy="10287000" cx="18288000"/>
  <p:notesSz cx="6858000" cy="9144000"/>
  <p:embeddedFontLst>
    <p:embeddedFont>
      <p:font typeface="Kingred Modern" panose="00000000000000000000" charset="1"/>
      <p:regular r:id="rId9"/>
    </p:embeddedFont>
    <p:embeddedFont>
      <p:font typeface="Helvetica World" panose="020B0500040000020004" charset="1"/>
      <p:regular r:id="rId10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2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2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2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7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1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jpeg"/><Relationship Id="rId10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0.jpeg"/><Relationship Id="rId10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1.jpeg"/><Relationship Id="rId10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jpeg"/><Relationship Id="rId10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3.jpeg"/><Relationship Id="rId10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53" name="Freeform 3"/>
          <p:cNvSpPr/>
          <p:nvPr/>
        </p:nvSpPr>
        <p:spPr>
          <a:xfrm rot="-5400000" flipH="0" flipV="0">
            <a:off x="12802904" y="9019220"/>
            <a:ext cx="3465428" cy="3943588"/>
          </a:xfrm>
          <a:custGeom>
            <a:avLst/>
            <a:ahLst/>
            <a:rect l="l" t="t" r="r" b="b"/>
            <a:pathLst>
              <a:path w="3465428" h="3943588">
                <a:moveTo>
                  <a:pt x="0" y="0"/>
                </a:moveTo>
                <a:lnTo>
                  <a:pt x="3465428" y="0"/>
                </a:lnTo>
                <a:lnTo>
                  <a:pt x="3465428" y="3943588"/>
                </a:lnTo>
                <a:lnTo>
                  <a:pt x="0" y="394358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54" name="Freeform 4"/>
          <p:cNvSpPr/>
          <p:nvPr/>
        </p:nvSpPr>
        <p:spPr>
          <a:xfrm rot="0" flipH="0" flipV="0">
            <a:off x="15563882" y="8045750"/>
            <a:ext cx="3390836" cy="3132284"/>
          </a:xfrm>
          <a:custGeom>
            <a:avLst/>
            <a:ahLst/>
            <a:rect l="l" t="t" r="r" b="b"/>
            <a:pathLst>
              <a:path w="3390836" h="3132284">
                <a:moveTo>
                  <a:pt x="0" y="0"/>
                </a:moveTo>
                <a:lnTo>
                  <a:pt x="3390836" y="0"/>
                </a:lnTo>
                <a:lnTo>
                  <a:pt x="3390836" y="3132285"/>
                </a:lnTo>
                <a:lnTo>
                  <a:pt x="0" y="313228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55" name="Freeform 5"/>
          <p:cNvSpPr/>
          <p:nvPr/>
        </p:nvSpPr>
        <p:spPr>
          <a:xfrm rot="735098" flipH="0" flipV="0">
            <a:off x="17012790" y="5558490"/>
            <a:ext cx="2550420" cy="2355951"/>
          </a:xfrm>
          <a:custGeom>
            <a:avLst/>
            <a:ahLst/>
            <a:rect l="l" t="t" r="r" b="b"/>
            <a:pathLst>
              <a:path w="2550420" h="2355951">
                <a:moveTo>
                  <a:pt x="0" y="0"/>
                </a:moveTo>
                <a:lnTo>
                  <a:pt x="2550420" y="0"/>
                </a:lnTo>
                <a:lnTo>
                  <a:pt x="2550420" y="2355951"/>
                </a:lnTo>
                <a:lnTo>
                  <a:pt x="0" y="235595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56" name="Freeform 6"/>
          <p:cNvSpPr/>
          <p:nvPr/>
        </p:nvSpPr>
        <p:spPr>
          <a:xfrm rot="3880940" flipH="1" flipV="0">
            <a:off x="-859658" y="693803"/>
            <a:ext cx="3227254" cy="4927105"/>
          </a:xfrm>
          <a:custGeom>
            <a:avLst/>
            <a:ahLst/>
            <a:rect l="l" t="t" r="r" b="b"/>
            <a:pathLst>
              <a:path w="3227254" h="4927105">
                <a:moveTo>
                  <a:pt x="3227254" y="0"/>
                </a:moveTo>
                <a:lnTo>
                  <a:pt x="0" y="0"/>
                </a:lnTo>
                <a:lnTo>
                  <a:pt x="0" y="4927105"/>
                </a:lnTo>
                <a:lnTo>
                  <a:pt x="3227254" y="4927105"/>
                </a:lnTo>
                <a:lnTo>
                  <a:pt x="3227254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57" name="Freeform 7"/>
          <p:cNvSpPr/>
          <p:nvPr/>
        </p:nvSpPr>
        <p:spPr>
          <a:xfrm rot="2700000" flipH="1" flipV="0">
            <a:off x="-367506" y="-2305346"/>
            <a:ext cx="1826987" cy="4610693"/>
          </a:xfrm>
          <a:custGeom>
            <a:avLst/>
            <a:ahLst/>
            <a:rect l="l" t="t" r="r" b="b"/>
            <a:pathLst>
              <a:path w="1826987" h="4610693">
                <a:moveTo>
                  <a:pt x="1826987" y="0"/>
                </a:moveTo>
                <a:lnTo>
                  <a:pt x="0" y="0"/>
                </a:lnTo>
                <a:lnTo>
                  <a:pt x="0" y="4610692"/>
                </a:lnTo>
                <a:lnTo>
                  <a:pt x="1826987" y="4610692"/>
                </a:lnTo>
                <a:lnTo>
                  <a:pt x="182698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58" name="Freeform 8"/>
          <p:cNvSpPr/>
          <p:nvPr/>
        </p:nvSpPr>
        <p:spPr>
          <a:xfrm rot="8862344" flipH="0" flipV="0">
            <a:off x="2042299" y="-3686438"/>
            <a:ext cx="5543601" cy="5399367"/>
          </a:xfrm>
          <a:custGeom>
            <a:avLst/>
            <a:ahLst/>
            <a:rect l="l" t="t" r="r" b="b"/>
            <a:pathLst>
              <a:path w="5543601" h="5399367">
                <a:moveTo>
                  <a:pt x="0" y="0"/>
                </a:moveTo>
                <a:lnTo>
                  <a:pt x="5543601" y="0"/>
                </a:lnTo>
                <a:lnTo>
                  <a:pt x="5543601" y="5399367"/>
                </a:lnTo>
                <a:lnTo>
                  <a:pt x="0" y="539936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59" name="Freeform 9"/>
          <p:cNvSpPr/>
          <p:nvPr/>
        </p:nvSpPr>
        <p:spPr>
          <a:xfrm rot="0" flipH="0" flipV="0">
            <a:off x="11233907" y="-4481194"/>
            <a:ext cx="8550234" cy="8229600"/>
          </a:xfrm>
          <a:custGeom>
            <a:avLst/>
            <a:ahLst/>
            <a:rect l="l" t="t" r="r" b="b"/>
            <a:pathLst>
              <a:path w="8550234" h="8229600">
                <a:moveTo>
                  <a:pt x="0" y="0"/>
                </a:moveTo>
                <a:lnTo>
                  <a:pt x="8550233" y="0"/>
                </a:lnTo>
                <a:lnTo>
                  <a:pt x="85502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60" name="Freeform 10"/>
          <p:cNvSpPr/>
          <p:nvPr/>
        </p:nvSpPr>
        <p:spPr>
          <a:xfrm rot="0" flipH="0" flipV="0">
            <a:off x="-3054723" y="7063235"/>
            <a:ext cx="8550234" cy="8229600"/>
          </a:xfrm>
          <a:custGeom>
            <a:avLst/>
            <a:ahLst/>
            <a:rect l="l" t="t" r="r" b="b"/>
            <a:pathLst>
              <a:path w="8550234" h="8229600">
                <a:moveTo>
                  <a:pt x="0" y="0"/>
                </a:moveTo>
                <a:lnTo>
                  <a:pt x="8550234" y="0"/>
                </a:lnTo>
                <a:lnTo>
                  <a:pt x="85502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61" name="Freeform 11"/>
          <p:cNvSpPr/>
          <p:nvPr/>
        </p:nvSpPr>
        <p:spPr>
          <a:xfrm rot="0" flipH="0" flipV="0">
            <a:off x="-256763" y="7383999"/>
            <a:ext cx="3651885" cy="8229600"/>
          </a:xfrm>
          <a:custGeom>
            <a:avLst/>
            <a:ahLst/>
            <a:rect l="l" t="t" r="r" b="b"/>
            <a:pathLst>
              <a:path w="3651885" h="8229600">
                <a:moveTo>
                  <a:pt x="0" y="0"/>
                </a:moveTo>
                <a:lnTo>
                  <a:pt x="3651885" y="0"/>
                </a:lnTo>
                <a:lnTo>
                  <a:pt x="36518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62" name="Freeform 12"/>
          <p:cNvSpPr/>
          <p:nvPr/>
        </p:nvSpPr>
        <p:spPr>
          <a:xfrm rot="0" flipH="0" flipV="1">
            <a:off x="14301621" y="-5072245"/>
            <a:ext cx="3651885" cy="8229600"/>
          </a:xfrm>
          <a:custGeom>
            <a:avLst/>
            <a:ahLst/>
            <a:rect l="l" t="t" r="r" b="b"/>
            <a:pathLst>
              <a:path w="3651885" h="8229600">
                <a:moveTo>
                  <a:pt x="0" y="8229600"/>
                </a:moveTo>
                <a:lnTo>
                  <a:pt x="3651885" y="8229600"/>
                </a:lnTo>
                <a:lnTo>
                  <a:pt x="3651885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63" name="Freeform 13"/>
          <p:cNvSpPr/>
          <p:nvPr/>
        </p:nvSpPr>
        <p:spPr>
          <a:xfrm rot="0" flipH="0" flipV="0">
            <a:off x="10766312" y="4432572"/>
            <a:ext cx="4607787" cy="4607787"/>
          </a:xfrm>
          <a:custGeom>
            <a:avLst/>
            <a:ahLst/>
            <a:rect l="l" t="t" r="r" b="b"/>
            <a:pathLst>
              <a:path w="4607787" h="4607787">
                <a:moveTo>
                  <a:pt x="0" y="0"/>
                </a:moveTo>
                <a:lnTo>
                  <a:pt x="4607787" y="0"/>
                </a:lnTo>
                <a:lnTo>
                  <a:pt x="4607787" y="4607787"/>
                </a:lnTo>
                <a:lnTo>
                  <a:pt x="0" y="460778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664" name="TextBox 14"/>
          <p:cNvSpPr txBox="1"/>
          <p:nvPr/>
        </p:nvSpPr>
        <p:spPr>
          <a:xfrm rot="0">
            <a:off x="2506578" y="1422827"/>
            <a:ext cx="14752722" cy="1395857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0991"/>
              </a:lnSpc>
            </a:pPr>
            <a:r>
              <a:rPr sz="7850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PROBLEM DETAILS </a:t>
            </a:r>
          </a:p>
        </p:txBody>
      </p:sp>
      <p:sp>
        <p:nvSpPr>
          <p:cNvPr id="1048665" name="TextBox 15"/>
          <p:cNvSpPr txBox="1"/>
          <p:nvPr/>
        </p:nvSpPr>
        <p:spPr>
          <a:xfrm rot="0">
            <a:off x="414493" y="4324692"/>
            <a:ext cx="10162036" cy="556158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256"/>
              </a:lnSpc>
            </a:pP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statement ID:1602</a:t>
            </a:r>
          </a:p>
          <a:p>
            <a:pPr algn="ctr">
              <a:lnSpc>
                <a:spcPts val="6256"/>
              </a:lnSpc>
            </a:pP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Problem statement title: Student Innovation (How to go Mars)</a:t>
            </a:r>
          </a:p>
          <a:p>
            <a:pPr algn="ctr">
              <a:lnSpc>
                <a:spcPts val="6256"/>
              </a:lnSpc>
            </a:pP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Theme: Space Technology</a:t>
            </a:r>
          </a:p>
          <a:p>
            <a:pPr algn="ctr">
              <a:lnSpc>
                <a:spcPts val="6256"/>
              </a:lnSpc>
            </a:pP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PS category: Softwar</a:t>
            </a: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endParaRPr altLang="en-US" lang="zh-CN"/>
          </a:p>
          <a:p>
            <a:pPr algn="ctr">
              <a:lnSpc>
                <a:spcPts val="6256"/>
              </a:lnSpc>
            </a:pP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25600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endParaRPr altLang="en-US" lang="zh-CN"/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sz="44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Team Name:Soft Developers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39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40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41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42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43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44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45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46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47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48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49" name="Freeform 13"/>
          <p:cNvSpPr/>
          <p:nvPr/>
        </p:nvSpPr>
        <p:spPr>
          <a:xfrm rot="0" flipH="0" flipV="0">
            <a:off x="11410291" y="4266085"/>
            <a:ext cx="4565363" cy="4565363"/>
          </a:xfrm>
          <a:custGeom>
            <a:avLst/>
            <a:ahLst/>
            <a:rect l="l" t="t" r="r" b="b"/>
            <a:pathLst>
              <a:path w="4565363" h="4565363">
                <a:moveTo>
                  <a:pt x="0" y="0"/>
                </a:moveTo>
                <a:lnTo>
                  <a:pt x="4565363" y="0"/>
                </a:lnTo>
                <a:lnTo>
                  <a:pt x="4565363" y="4565363"/>
                </a:lnTo>
                <a:lnTo>
                  <a:pt x="0" y="456536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650" name="TextBox 14"/>
          <p:cNvSpPr txBox="1"/>
          <p:nvPr/>
        </p:nvSpPr>
        <p:spPr>
          <a:xfrm rot="0">
            <a:off x="185327" y="1516785"/>
            <a:ext cx="17554150" cy="1142872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8999"/>
              </a:lnSpc>
            </a:pPr>
            <a:r>
              <a:rPr sz="642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HOW TO GO MARS</a:t>
            </a:r>
          </a:p>
        </p:txBody>
      </p:sp>
      <p:sp>
        <p:nvSpPr>
          <p:cNvPr id="1048651" name="TextBox 15"/>
          <p:cNvSpPr txBox="1"/>
          <p:nvPr/>
        </p:nvSpPr>
        <p:spPr>
          <a:xfrm rot="0">
            <a:off x="-2835079" y="3344010"/>
            <a:ext cx="16318261" cy="12117072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815"/>
              </a:lnSpc>
            </a:pPr>
            <a:r>
              <a:rPr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Distance between earth and mars</a:t>
            </a:r>
          </a:p>
          <a:p>
            <a:pPr algn="ctr">
              <a:lnSpc>
                <a:spcPts val="6815"/>
              </a:lnSpc>
            </a:pPr>
            <a:r>
              <a:rPr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Travelling time and reduce the time</a:t>
            </a:r>
          </a:p>
          <a:p>
            <a:pPr algn="ctr">
              <a:lnSpc>
                <a:spcPts val="6815"/>
              </a:lnSpc>
            </a:pP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ect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'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 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altLang="en-US" b="1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 </a:t>
            </a:r>
            <a:endParaRPr altLang="en-US" lang="zh-CN"/>
          </a:p>
          <a:p>
            <a:pPr algn="ctr">
              <a:lnSpc>
                <a:spcPts val="6815"/>
              </a:lnSpc>
            </a:pPr>
            <a:r>
              <a:rPr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Choose the best type of Fuel</a:t>
            </a:r>
          </a:p>
          <a:p>
            <a:pPr algn="ctr">
              <a:lnSpc>
                <a:spcPts val="6815"/>
              </a:lnSpc>
            </a:pP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  <a:r>
              <a:rPr altLang="en-US"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endParaRPr altLang="en-US" lang="zh-CN"/>
          </a:p>
          <a:p>
            <a:pPr algn="ctr">
              <a:lnSpc>
                <a:spcPts val="6815"/>
              </a:lnSpc>
            </a:pPr>
            <a:r>
              <a:rPr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#Nano Technology </a:t>
            </a:r>
          </a:p>
          <a:p>
            <a:pPr algn="ctr">
              <a:lnSpc>
                <a:spcPts val="6815"/>
              </a:lnSpc>
            </a:pPr>
            <a:r>
              <a:rPr sz="4868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#Safe landing </a:t>
            </a:r>
          </a:p>
          <a:p>
            <a:pPr algn="ctr">
              <a:lnSpc>
                <a:spcPts val="6815"/>
              </a:lnSpc>
            </a:pPr>
          </a:p>
          <a:p>
            <a:pPr algn="ctr">
              <a:lnSpc>
                <a:spcPts val="6815"/>
              </a:lnSpc>
            </a:pPr>
          </a:p>
          <a:p>
            <a:pPr algn="ctr">
              <a:lnSpc>
                <a:spcPts val="6815"/>
              </a:lnSpc>
            </a:pPr>
          </a:p>
          <a:p>
            <a:pPr algn="ctr">
              <a:lnSpc>
                <a:spcPts val="6815"/>
              </a:lnSpc>
            </a:pPr>
          </a:p>
          <a:p>
            <a:pPr algn="ctr">
              <a:lnSpc>
                <a:spcPts val="6815"/>
              </a:lnSpc>
            </a:pPr>
          </a:p>
          <a:p>
            <a:pPr algn="ctr">
              <a:lnSpc>
                <a:spcPts val="6815"/>
              </a:lnSpc>
            </a:pPr>
          </a:p>
          <a:p>
            <a:pPr algn="ctr">
              <a:lnSpc>
                <a:spcPts val="68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25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26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27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28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29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30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31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32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33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34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35" name="TextBox 13"/>
          <p:cNvSpPr txBox="1"/>
          <p:nvPr/>
        </p:nvSpPr>
        <p:spPr>
          <a:xfrm rot="0">
            <a:off x="776775" y="2683956"/>
            <a:ext cx="17617949" cy="703910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918"/>
              </a:lnSpc>
            </a:pPr>
            <a:r>
              <a:rPr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#The distance of mars, </a:t>
            </a:r>
            <a:r>
              <a:rPr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approximately 225 million kms .</a:t>
            </a:r>
          </a:p>
          <a:p>
            <a:pPr algn="l">
              <a:lnSpc>
                <a:spcPts val="7918"/>
              </a:lnSpc>
            </a:pPr>
            <a:r>
              <a:rPr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#Travel time 6 to 9 months approximately .</a:t>
            </a:r>
          </a:p>
          <a:p>
            <a:pPr algn="l">
              <a:lnSpc>
                <a:spcPts val="7918"/>
              </a:lnSpc>
            </a:pPr>
            <a:r>
              <a:rPr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# Fuel is H2O</a:t>
            </a:r>
          </a:p>
          <a:p>
            <a:pPr algn="l">
              <a:lnSpc>
                <a:spcPts val="7918"/>
              </a:lnSpc>
            </a:pPr>
            <a:r>
              <a:rPr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*** In Electrolysis***</a:t>
            </a:r>
          </a:p>
          <a:p>
            <a:pPr algn="l">
              <a:lnSpc>
                <a:spcPts val="7918"/>
              </a:lnSpc>
            </a:pP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ak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own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</a:t>
            </a:r>
            <a:endParaRPr altLang="en-US" lang="zh-CN"/>
          </a:p>
          <a:p>
            <a:pPr algn="l">
              <a:lnSpc>
                <a:spcPts val="7918"/>
              </a:lnSpc>
            </a:pP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uid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hydrogen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endParaRPr altLang="en-US" lang="zh-CN"/>
          </a:p>
          <a:p>
            <a:pPr algn="l">
              <a:lnSpc>
                <a:spcPts val="7918"/>
              </a:lnSpc>
            </a:pP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altLang="en-US" sz="565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endParaRPr altLang="en-US" lang="zh-CN"/>
          </a:p>
        </p:txBody>
      </p:sp>
      <p:sp>
        <p:nvSpPr>
          <p:cNvPr id="1048636" name="Freeform 14"/>
          <p:cNvSpPr/>
          <p:nvPr/>
        </p:nvSpPr>
        <p:spPr>
          <a:xfrm rot="0" flipH="0" flipV="0">
            <a:off x="9576463" y="4812345"/>
            <a:ext cx="7210264" cy="4646232"/>
          </a:xfrm>
          <a:custGeom>
            <a:avLst/>
            <a:ahLst/>
            <a:rect l="l" t="t" r="r" b="b"/>
            <a:pathLst>
              <a:path w="7210264" h="4646232">
                <a:moveTo>
                  <a:pt x="0" y="0"/>
                </a:moveTo>
                <a:lnTo>
                  <a:pt x="7210263" y="0"/>
                </a:lnTo>
                <a:lnTo>
                  <a:pt x="7210263" y="4646232"/>
                </a:lnTo>
                <a:lnTo>
                  <a:pt x="0" y="4646232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-8892" b="0"/>
            </a:stretch>
          </a:blipFill>
        </p:spPr>
      </p:sp>
      <p:sp>
        <p:nvSpPr>
          <p:cNvPr id="1048637" name="TextBox 15"/>
          <p:cNvSpPr txBox="1"/>
          <p:nvPr/>
        </p:nvSpPr>
        <p:spPr>
          <a:xfrm rot="0">
            <a:off x="4510533" y="945830"/>
            <a:ext cx="9550291" cy="128955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0154"/>
              </a:lnSpc>
            </a:pPr>
            <a:r>
              <a:rPr sz="7253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PROJECT GOAL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11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12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13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14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15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16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17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18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19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20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21" name="Freeform 13"/>
          <p:cNvSpPr/>
          <p:nvPr/>
        </p:nvSpPr>
        <p:spPr>
          <a:xfrm rot="0" flipH="0" flipV="0">
            <a:off x="12897254" y="2566380"/>
            <a:ext cx="4424557" cy="4424557"/>
          </a:xfrm>
          <a:custGeom>
            <a:avLst/>
            <a:ahLst/>
            <a:rect l="l" t="t" r="r" b="b"/>
            <a:pathLst>
              <a:path w="4424557" h="4424557">
                <a:moveTo>
                  <a:pt x="0" y="0"/>
                </a:moveTo>
                <a:lnTo>
                  <a:pt x="4424557" y="0"/>
                </a:lnTo>
                <a:lnTo>
                  <a:pt x="4424557" y="4424557"/>
                </a:lnTo>
                <a:lnTo>
                  <a:pt x="0" y="442455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622" name="TextBox 14"/>
          <p:cNvSpPr txBox="1"/>
          <p:nvPr/>
        </p:nvSpPr>
        <p:spPr>
          <a:xfrm rot="0">
            <a:off x="2324992" y="1361856"/>
            <a:ext cx="13671340" cy="1009142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7946"/>
              </a:lnSpc>
            </a:pPr>
            <a:r>
              <a:rPr sz="5675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NANO TECHNOLOGY </a:t>
            </a:r>
          </a:p>
        </p:txBody>
      </p:sp>
      <p:sp>
        <p:nvSpPr>
          <p:cNvPr id="1048623" name="TextBox 15"/>
          <p:cNvSpPr txBox="1"/>
          <p:nvPr/>
        </p:nvSpPr>
        <p:spPr>
          <a:xfrm rot="0">
            <a:off x="1155092" y="2941337"/>
            <a:ext cx="17416583" cy="4558284"/>
          </a:xfrm>
          <a:prstGeom prst="rect"/>
        </p:spPr>
        <p:txBody>
          <a:bodyPr anchor="t" bIns="0" lIns="0" rIns="0" rtlCol="0" tIns="0">
            <a:spAutoFit/>
          </a:bodyPr>
          <a:p>
            <a:pPr algn="l" indent="-461278" lvl="1" marL="922555">
              <a:lnSpc>
                <a:spcPts val="5982"/>
              </a:lnSpc>
              <a:buFont typeface="Arial"/>
              <a:buChar char="•"/>
            </a:pP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Nano technology in spacecraft and rocket </a:t>
            </a:r>
          </a:p>
          <a:p>
            <a:pPr algn="l" indent="-461278" lvl="1" marL="922555">
              <a:lnSpc>
                <a:spcPts val="5982"/>
              </a:lnSpc>
              <a:buFont typeface="Arial"/>
              <a:buChar char="•"/>
            </a:pP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Reduce the weight in 100 times     </a:t>
            </a:r>
          </a:p>
          <a:p>
            <a:pPr algn="l" indent="-461278" lvl="1" marL="922555">
              <a:lnSpc>
                <a:spcPts val="5982"/>
              </a:lnSpc>
              <a:buFont typeface="Arial"/>
              <a:buChar char="•"/>
            </a:pP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Hybrid spacecraft 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echnology </a:t>
            </a:r>
            <a:endParaRPr altLang="en-US" lang="zh-CN"/>
          </a:p>
          <a:p>
            <a:pPr algn="l" indent="-461278" lvl="1" marL="922555">
              <a:lnSpc>
                <a:spcPts val="5982"/>
              </a:lnSpc>
              <a:buFont typeface="Arial"/>
              <a:buChar char="•"/>
            </a:pP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Safe Landing  </a:t>
            </a:r>
          </a:p>
          <a:p>
            <a:pPr algn="l">
              <a:lnSpc>
                <a:spcPts val="5982"/>
              </a:lnSpc>
            </a:pPr>
            <a:r>
              <a:rPr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Using  Nano navigation ,nano protection </a:t>
            </a:r>
          </a:p>
          <a:p>
            <a:pPr algn="l">
              <a:lnSpc>
                <a:spcPts val="5982"/>
              </a:lnSpc>
            </a:pP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r>
              <a:rPr altLang="en-US" sz="4273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endParaRPr altLang="en-US"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585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586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587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588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589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590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591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592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593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594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595" name="Freeform 13"/>
          <p:cNvSpPr/>
          <p:nvPr/>
        </p:nvSpPr>
        <p:spPr>
          <a:xfrm rot="0" flipH="0" flipV="0">
            <a:off x="10469882" y="1730166"/>
            <a:ext cx="7313545" cy="5148191"/>
          </a:xfrm>
          <a:custGeom>
            <a:avLst/>
            <a:ahLst/>
            <a:rect l="l" t="t" r="r" b="b"/>
            <a:pathLst>
              <a:path w="9365748" h="5409656">
                <a:moveTo>
                  <a:pt x="0" y="0"/>
                </a:moveTo>
                <a:lnTo>
                  <a:pt x="9365747" y="0"/>
                </a:lnTo>
                <a:lnTo>
                  <a:pt x="9365747" y="5409656"/>
                </a:lnTo>
                <a:lnTo>
                  <a:pt x="0" y="540965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596" name="TextBox 14"/>
          <p:cNvSpPr txBox="1"/>
          <p:nvPr/>
        </p:nvSpPr>
        <p:spPr>
          <a:xfrm rot="0">
            <a:off x="5207321" y="183687"/>
            <a:ext cx="9791436" cy="154647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ANALYSIS</a:t>
            </a:r>
          </a:p>
        </p:txBody>
      </p:sp>
      <p:sp>
        <p:nvSpPr>
          <p:cNvPr id="1048597" name="TextBox 15"/>
          <p:cNvSpPr txBox="1"/>
          <p:nvPr/>
        </p:nvSpPr>
        <p:spPr>
          <a:xfrm rot="0">
            <a:off x="-465443" y="1562101"/>
            <a:ext cx="13747243" cy="872489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#Reduce the time.              </a:t>
            </a:r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#Reduce unwanted weight .</a:t>
            </a:r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Communication.                  </a:t>
            </a:r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Laser communication</a:t>
            </a:r>
            <a:endParaRPr altLang="en-US" lang="zh-CN"/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systems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rared 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endParaRPr altLang="en-US" lang="zh-CN"/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#Cryo sleep or  hibernation </a:t>
            </a:r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technology 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reduce amount of food and</a:t>
            </a:r>
            <a:endParaRPr altLang="en-US" lang="zh-CN"/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save energy sleep during long term journey</a:t>
            </a: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</a:t>
            </a:r>
            <a:endParaRPr altLang="en-US" lang="zh-CN"/>
          </a:p>
          <a:p>
            <a:pPr algn="ctr">
              <a:lnSpc>
                <a:spcPts val="6870"/>
              </a:lnSpc>
            </a:pPr>
            <a:r>
              <a:rPr sz="490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#Cost of project                    </a:t>
            </a:r>
          </a:p>
          <a:p>
            <a:pPr algn="ctr">
              <a:lnSpc>
                <a:spcPts val="68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599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00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01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02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03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04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05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06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07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08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09" name="TextBox 13"/>
          <p:cNvSpPr txBox="1"/>
          <p:nvPr/>
        </p:nvSpPr>
        <p:spPr>
          <a:xfrm rot="0">
            <a:off x="998785" y="648303"/>
            <a:ext cx="17020742" cy="880249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301"/>
              </a:lnSpc>
            </a:pP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#The future will be have many technology .</a:t>
            </a:r>
          </a:p>
          <a:p>
            <a:pPr algn="l">
              <a:lnSpc>
                <a:spcPts val="6301"/>
              </a:lnSpc>
            </a:pP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#2030 may be create the colonynation in mars</a:t>
            </a:r>
          </a:p>
          <a:p>
            <a:pPr algn="l">
              <a:lnSpc>
                <a:spcPts val="6301"/>
              </a:lnSpc>
            </a:pP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ence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earch</a:t>
            </a:r>
            <a:endParaRPr altLang="en-US" lang="zh-CN"/>
          </a:p>
          <a:p>
            <a:pPr algn="l">
              <a:lnSpc>
                <a:spcPts val="6301"/>
              </a:lnSpc>
            </a:pP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</a:t>
            </a:r>
            <a:endParaRPr altLang="en-US" lang="zh-CN"/>
          </a:p>
          <a:p>
            <a:pPr algn="l">
              <a:lnSpc>
                <a:spcPts val="6301"/>
              </a:lnSpc>
            </a:pPr>
          </a:p>
          <a:p>
            <a:pPr algn="l">
              <a:lnSpc>
                <a:spcPts val="6301"/>
              </a:lnSpc>
            </a:pP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Description of problem statement:</a:t>
            </a:r>
            <a:endParaRPr altLang="en-US" lang="zh-CN"/>
          </a:p>
          <a:p>
            <a:pPr algn="l" indent="-485884" lvl="1" marL="971769">
              <a:lnSpc>
                <a:spcPts val="6301"/>
              </a:lnSpc>
              <a:buFont typeface="Arial"/>
              <a:buChar char="•"/>
            </a:pP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 use of travel or activities beyond earth's atmosphere, for purposes such as s</a:t>
            </a: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paceflight or space exploration.</a:t>
            </a:r>
            <a:endParaRPr altLang="en-US" lang="zh-CN"/>
          </a:p>
          <a:p>
            <a:pPr algn="l" indent="-485884" lvl="1" marL="971769">
              <a:lnSpc>
                <a:spcPts val="6301"/>
              </a:lnSpc>
              <a:buFont typeface="Arial"/>
              <a:buChar char="•"/>
            </a:pP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ank 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</a:t>
            </a:r>
            <a:r>
              <a:rPr altLang="en-US"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endParaRPr altLang="en-US" lang="zh-CN"/>
          </a:p>
          <a:p>
            <a:pPr algn="l">
              <a:lnSpc>
                <a:spcPts val="6301"/>
              </a:lnSpc>
            </a:pP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                                                    Presented by</a:t>
            </a:r>
          </a:p>
          <a:p>
            <a:pPr algn="l">
              <a:lnSpc>
                <a:spcPts val="6301"/>
              </a:lnSpc>
            </a:pPr>
            <a:r>
              <a:rPr sz="450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                                                      Soft Developers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Green Leaves Background Watercolor Presentation</dc:title>
  <dc:creator>RMX3171</dc:creator>
  <dcterms:created xsi:type="dcterms:W3CDTF">2006-08-14T04:00:00Z</dcterms:created>
  <dcterms:modified xsi:type="dcterms:W3CDTF">2024-09-20T12:19:22Z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e4f49cc20e0b440c820f402e4b59c5fb</vt:lpwstr>
  </property>
</Properties>
</file>